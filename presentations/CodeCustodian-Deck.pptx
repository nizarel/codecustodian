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0089E-3FC1-49FC-BD93-608E23F79009}" v="2" dt="2026-03-08T03:16:32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zar El Ouarti" userId="e352f08a-82dd-4602-8117-e846315a5295" providerId="ADAL" clId="{0E1C5038-55A8-4CE2-9628-A205189FE6F4}"/>
    <pc:docChg chg="custSel modSld">
      <pc:chgData name="Nizar El Ouarti" userId="e352f08a-82dd-4602-8117-e846315a5295" providerId="ADAL" clId="{0E1C5038-55A8-4CE2-9628-A205189FE6F4}" dt="2026-03-08T03:16:55.978" v="51" actId="1076"/>
      <pc:docMkLst>
        <pc:docMk/>
      </pc:docMkLst>
      <pc:sldChg chg="addSp delSp modSp mod">
        <pc:chgData name="Nizar El Ouarti" userId="e352f08a-82dd-4602-8117-e846315a5295" providerId="ADAL" clId="{0E1C5038-55A8-4CE2-9628-A205189FE6F4}" dt="2026-03-08T03:16:55.978" v="51" actId="1076"/>
        <pc:sldMkLst>
          <pc:docMk/>
          <pc:sldMk cId="0" sldId="256"/>
        </pc:sldMkLst>
        <pc:spChg chg="mod">
          <ac:chgData name="Nizar El Ouarti" userId="e352f08a-82dd-4602-8117-e846315a5295" providerId="ADAL" clId="{0E1C5038-55A8-4CE2-9628-A205189FE6F4}" dt="2026-03-08T03:10:52.318" v="15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Nizar El Ouarti" userId="e352f08a-82dd-4602-8117-e846315a5295" providerId="ADAL" clId="{0E1C5038-55A8-4CE2-9628-A205189FE6F4}" dt="2026-03-08T03:10:59.738" v="2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Nizar El Ouarti" userId="e352f08a-82dd-4602-8117-e846315a5295" providerId="ADAL" clId="{0E1C5038-55A8-4CE2-9628-A205189FE6F4}" dt="2026-03-08T03:11:18.349" v="36" actId="20577"/>
          <ac:spMkLst>
            <pc:docMk/>
            <pc:sldMk cId="0" sldId="256"/>
            <ac:spMk id="12" creationId="{00000000-0000-0000-0000-000000000000}"/>
          </ac:spMkLst>
        </pc:spChg>
        <pc:spChg chg="del">
          <ac:chgData name="Nizar El Ouarti" userId="e352f08a-82dd-4602-8117-e846315a5295" providerId="ADAL" clId="{0E1C5038-55A8-4CE2-9628-A205189FE6F4}" dt="2026-03-08T03:11:26.018" v="37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Nizar El Ouarti" userId="e352f08a-82dd-4602-8117-e846315a5295" providerId="ADAL" clId="{0E1C5038-55A8-4CE2-9628-A205189FE6F4}" dt="2026-03-08T03:11:26.018" v="37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Nizar El Ouarti" userId="e352f08a-82dd-4602-8117-e846315a5295" providerId="ADAL" clId="{0E1C5038-55A8-4CE2-9628-A205189FE6F4}" dt="2026-03-08T03:11:26.018" v="37" actId="478"/>
          <ac:spMkLst>
            <pc:docMk/>
            <pc:sldMk cId="0" sldId="256"/>
            <ac:spMk id="20" creationId="{00000000-0000-0000-0000-000000000000}"/>
          </ac:spMkLst>
        </pc:spChg>
        <pc:spChg chg="mod">
          <ac:chgData name="Nizar El Ouarti" userId="e352f08a-82dd-4602-8117-e846315a5295" providerId="ADAL" clId="{0E1C5038-55A8-4CE2-9628-A205189FE6F4}" dt="2026-03-08T03:11:41.366" v="38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Nizar El Ouarti" userId="e352f08a-82dd-4602-8117-e846315a5295" providerId="ADAL" clId="{0E1C5038-55A8-4CE2-9628-A205189FE6F4}" dt="2026-03-08T03:11:41.366" v="38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Nizar El Ouarti" userId="e352f08a-82dd-4602-8117-e846315a5295" providerId="ADAL" clId="{0E1C5038-55A8-4CE2-9628-A205189FE6F4}" dt="2026-03-08T03:11:41.366" v="38" actId="1076"/>
          <ac:spMkLst>
            <pc:docMk/>
            <pc:sldMk cId="0" sldId="256"/>
            <ac:spMk id="26" creationId="{00000000-0000-0000-0000-000000000000}"/>
          </ac:spMkLst>
        </pc:spChg>
        <pc:spChg chg="add">
          <ac:chgData name="Nizar El Ouarti" userId="e352f08a-82dd-4602-8117-e846315a5295" providerId="ADAL" clId="{0E1C5038-55A8-4CE2-9628-A205189FE6F4}" dt="2026-03-08T03:11:50.429" v="40"/>
          <ac:spMkLst>
            <pc:docMk/>
            <pc:sldMk cId="0" sldId="256"/>
            <ac:spMk id="56" creationId="{7F002A83-D9F7-67B7-A96B-4E60A1A66664}"/>
          </ac:spMkLst>
        </pc:spChg>
        <pc:picChg chg="add mod">
          <ac:chgData name="Nizar El Ouarti" userId="e352f08a-82dd-4602-8117-e846315a5295" providerId="ADAL" clId="{0E1C5038-55A8-4CE2-9628-A205189FE6F4}" dt="2026-03-08T03:12:24.162" v="45" actId="14100"/>
          <ac:picMkLst>
            <pc:docMk/>
            <pc:sldMk cId="0" sldId="256"/>
            <ac:picMk id="58" creationId="{7030125A-5EE0-D19C-DC82-56FB4B5A2E94}"/>
          </ac:picMkLst>
        </pc:picChg>
        <pc:picChg chg="add mod">
          <ac:chgData name="Nizar El Ouarti" userId="e352f08a-82dd-4602-8117-e846315a5295" providerId="ADAL" clId="{0E1C5038-55A8-4CE2-9628-A205189FE6F4}" dt="2026-03-08T03:16:55.978" v="51" actId="1076"/>
          <ac:picMkLst>
            <pc:docMk/>
            <pc:sldMk cId="0" sldId="256"/>
            <ac:picMk id="60" creationId="{53CB6652-27C7-8F03-4DFB-2FA88631DFE9}"/>
          </ac:picMkLst>
        </pc:picChg>
      </pc:sldChg>
      <pc:sldChg chg="addSp modSp mod">
        <pc:chgData name="Nizar El Ouarti" userId="e352f08a-82dd-4602-8117-e846315a5295" providerId="ADAL" clId="{0E1C5038-55A8-4CE2-9628-A205189FE6F4}" dt="2026-03-08T03:16:40.310" v="49" actId="1076"/>
        <pc:sldMkLst>
          <pc:docMk/>
          <pc:sldMk cId="0" sldId="257"/>
        </pc:sldMkLst>
        <pc:picChg chg="add mod">
          <ac:chgData name="Nizar El Ouarti" userId="e352f08a-82dd-4602-8117-e846315a5295" providerId="ADAL" clId="{0E1C5038-55A8-4CE2-9628-A205189FE6F4}" dt="2026-03-08T03:16:40.310" v="49" actId="1076"/>
          <ac:picMkLst>
            <pc:docMk/>
            <pc:sldMk cId="0" sldId="257"/>
            <ac:picMk id="44" creationId="{EDA0D997-ADC2-1670-949E-BF1DA48399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  <a:latin typeface="Segoe UI"/>
              </a:defRPr>
            </a:pPr>
            <a:r>
              <a:t>CodeCustodian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Autonomous AI Agent for Technical Debt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  <a:latin typeface="Segoe UI"/>
              </a:defRPr>
            </a:pPr>
            <a:r>
              <a:rPr dirty="0"/>
              <a:t>"Engineering teams spend 40% on maintenance. What if an AI agent handled it?"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965960"/>
            <a:ext cx="1691640" cy="32004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1988820"/>
            <a:ext cx="1691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A6FF"/>
                </a:solidFill>
                <a:latin typeface="Segoe UI"/>
              </a:defRPr>
            </a:pPr>
            <a:r>
              <a:rPr lang="en-US" dirty="0">
                <a:solidFill>
                  <a:srgbClr val="00B050"/>
                </a:solidFill>
              </a:rPr>
              <a:t>GitHub Copilot 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65960"/>
            <a:ext cx="1691640" cy="32004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993392"/>
            <a:ext cx="1691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A6FF"/>
                </a:solidFill>
                <a:latin typeface="Segoe UI"/>
              </a:defRPr>
            </a:pPr>
            <a:r>
              <a:rPr lang="en-US" dirty="0"/>
              <a:t>Work IQ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212080" y="1965960"/>
            <a:ext cx="1691640" cy="32004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C8CFF"/>
                </a:solidFill>
                <a:latin typeface="Segoe UI"/>
              </a:defRPr>
            </a:pPr>
            <a:r>
              <a:t>FastMCP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965960"/>
            <a:ext cx="1691640" cy="32004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993392"/>
            <a:ext cx="1691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78D4"/>
                </a:solidFill>
                <a:latin typeface="Segoe UI"/>
              </a:defRPr>
            </a:pPr>
            <a:r>
              <a:rPr lang="en-US" dirty="0"/>
              <a:t>Azure Services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778240" y="1965960"/>
            <a:ext cx="1691640" cy="32004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19933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FB950"/>
                </a:solidFill>
                <a:latin typeface="Segoe UI"/>
              </a:defRPr>
            </a:pPr>
            <a:r>
              <a:t>953 Tests · 82% Cov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06040"/>
            <a:ext cx="2377440" cy="20116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FB95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Built-in Scanners</a:t>
            </a:r>
            <a:br/>
            <a:r>
              <a:t>(Security, APIs, TODOs,</a:t>
            </a:r>
            <a:br/>
            <a:r>
              <a:t>Smells, Types, Drift, Deps)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606040"/>
            <a:ext cx="2377440" cy="20116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2880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C8CFF"/>
                </a:solidFill>
                <a:latin typeface="Segoe UI"/>
              </a:defRPr>
            </a:pPr>
            <a:r>
              <a:t>62h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Engineering hours saved</a:t>
            </a:r>
            <a:br/>
            <a:r>
              <a:t>(per 3-week cycle)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606040"/>
            <a:ext cx="2377440" cy="20116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2880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29922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MCP Tools + 7 Prompts</a:t>
            </a:r>
            <a:br/>
            <a:r>
              <a:t>+ 12 Agent Profiles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4884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De-dup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Prioritize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6636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Plan (SDK)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Execute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8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8388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8920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4846320"/>
            <a:ext cx="1234440" cy="41148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92640" y="489204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PR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0" y="5440680"/>
            <a:ext cx="2468880" cy="36576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86000" y="5477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FB950"/>
                </a:solidFill>
                <a:latin typeface="Segoe UI"/>
              </a:defRPr>
            </a:pPr>
            <a:r>
              <a:t>Confidence 8-10 → Auto-PR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92040" y="5440680"/>
            <a:ext cx="2468880" cy="36576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92040" y="5477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29922"/>
                </a:solidFill>
                <a:latin typeface="Segoe UI"/>
              </a:defRPr>
            </a:pPr>
            <a:r>
              <a:t>Confidence 5-7 → Draft PR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5440680"/>
            <a:ext cx="2468880" cy="365760"/>
          </a:xfrm>
          <a:prstGeom prst="roundRect">
            <a:avLst/>
          </a:prstGeom>
          <a:solidFill>
            <a:srgbClr val="21262D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98080" y="5477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85149"/>
                </a:solidFill>
                <a:latin typeface="Segoe UI"/>
              </a:defRPr>
            </a:pPr>
            <a:r>
              <a:t>Confidence &lt;5 → Proposal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  <a:latin typeface="Segoe UI"/>
              </a:defRPr>
            </a:pPr>
            <a:r>
              <a:t>https://github.com/Nizarel/CodeCustodian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v0.15.2 · MIT License · Python 3.11+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002A83-D9F7-67B7-A96B-4E60A1A66664}"/>
              </a:ext>
            </a:extLst>
          </p:cNvPr>
          <p:cNvSpPr txBox="1"/>
          <p:nvPr/>
        </p:nvSpPr>
        <p:spPr>
          <a:xfrm>
            <a:off x="3048522" y="3244334"/>
            <a:ext cx="609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030125A-5EE0-D19C-DC82-56FB4B5A2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560320"/>
            <a:ext cx="3223199" cy="20573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3CB6652-27C7-8F03-4DFB-2FA88631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605" y="6135593"/>
            <a:ext cx="177409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Architecture &amp; Azure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39496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🤖 AI &amp; Developer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GitHub Copilot SDK — AI-powered refactoring (12 agent profiles)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FastMCP v2 Server — 17 tools, 7 prompts, 8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Typer + Rich CLI — 15 commands (JSON/table/CSV/SARIF)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AI Test Synthesis — auto-generate regression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Agentic Migrations — multi-stage framework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Remote Repo Scanning — scan any public Git repo via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Feedback Loop — learns from PR outcomes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960120"/>
            <a:ext cx="539496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☁️ Deployed on Azure (7 services)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4173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Azure Key Vault — secrets management (GitHub PAT, webhooks)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6733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Azure Container Apps — serverless MCP deployment (Bicep IaC)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293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Azure Monitor — OpenTelemetry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854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Azure DevOps — work item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414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Microsoft Teams — ChatOps Adaptive Cards + Work 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97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GitHub Actions — 6 CI/CD workflows (lint, test, deploy, scan)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9535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Work IQ MCP — sprint context enrichment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29000"/>
            <a:ext cx="5394960" cy="2011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Segoe UI"/>
              </a:defRPr>
            </a:pPr>
            <a:r>
              <a:t>🏢 Enterprise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Budget Manager — prevents AI spend overruns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1422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SLA Reporter — debt resolution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982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ROI Calculator — cost savings with HTML/CSV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542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RBAC + Approval Workflows — multi-team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Business Impact Scoring — 5-factor prioritization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66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Predictive Debt Forecasting — trend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29000"/>
            <a:ext cx="5394960" cy="2011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5149"/>
                </a:solidFill>
                <a:latin typeface="Segoe UI"/>
              </a:defRPr>
            </a:pPr>
            <a:r>
              <a:t>🛡️ Security &amp; Responsible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862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7-point safety system (syntax, size, path, encoding, secrets, blast radius)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1422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Audit Logger — SHA-256 tamper-evident 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3982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Dangerous function detection (eval, exec, __import__)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6542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Confidence-gated safety — low confidence = proposal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9103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Responsible AI Policy — 8 documented principles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1663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→ Bandit + Trivy security scanning in CI/CD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953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82%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6 CI/CD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0 lint errors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v0.15.2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FB950"/>
                </a:solidFill>
                <a:latin typeface="Segoe UI"/>
              </a:defRPr>
            </a:pPr>
            <a:r>
              <a:t>Scan → De-dup → Prioritize → Plan (Copilot SDK) → Execute → Verify → PR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8A6FF"/>
                </a:solidFill>
                <a:latin typeface="Segoe UI"/>
              </a:defRPr>
            </a:pPr>
            <a:r>
              <a:t>https://github.com/Nizarel/CodeCustodian</a:t>
            </a:r>
          </a:p>
        </p:txBody>
      </p:sp>
      <p:pic>
        <p:nvPicPr>
          <p:cNvPr id="44" name="Picture 43" descr="GitHub Copilot SDK and Foundry Local ...">
            <a:extLst>
              <a:ext uri="{FF2B5EF4-FFF2-40B4-BE49-F238E27FC236}">
                <a16:creationId xmlns:a16="http://schemas.microsoft.com/office/drawing/2014/main" id="{EDA0D997-ADC2-1670-949E-BF1DA483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402" y="6147481"/>
            <a:ext cx="1771293" cy="710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459</Words>
  <Application>Microsoft Office PowerPoint</Application>
  <PresentationFormat>Widescreen</PresentationFormat>
  <Paragraphs>70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Nizar El Ouarti</cp:lastModifiedBy>
  <cp:revision>1</cp:revision>
  <dcterms:created xsi:type="dcterms:W3CDTF">2013-01-27T09:14:16Z</dcterms:created>
  <dcterms:modified xsi:type="dcterms:W3CDTF">2026-03-08T03:17:00Z</dcterms:modified>
  <cp:category/>
</cp:coreProperties>
</file>